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6208"/>
  </p:normalViewPr>
  <p:slideViewPr>
    <p:cSldViewPr snapToGrid="0" snapToObjects="1">
      <p:cViewPr varScale="1">
        <p:scale>
          <a:sx n="121" d="100"/>
          <a:sy n="121" d="100"/>
        </p:scale>
        <p:origin x="20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4545D8-1387-1E49-B9E5-7E8D49339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7EFA5DA-4135-704B-9B8C-B9C6FAFE98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609DF0-E1FD-F740-B53B-539E996F1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A0D66-7162-F740-AC05-54F4924E364C}" type="datetimeFigureOut">
              <a:rPr kumimoji="1" lang="zh-CN" altLang="en-US" smtClean="0"/>
              <a:t>2021/1/4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AA4BBF-0203-E743-9689-1855FEB8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C5165A-328C-414C-9048-CE80F0007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A483-A1E7-D044-9157-C14D0C18D1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7222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FFAB4A-3761-8049-A3B5-B57E992DE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B0D94E-2D9D-9744-A3EE-A3926438A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2497E9-7BF6-DB46-BA12-1B929FAE9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A0D66-7162-F740-AC05-54F4924E364C}" type="datetimeFigureOut">
              <a:rPr kumimoji="1" lang="zh-CN" altLang="en-US" smtClean="0"/>
              <a:t>2021/1/4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DC7A38-E3FA-7E44-A2E7-39B2537F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C4650D-E91C-7B47-BEAA-BBDCE3E14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A483-A1E7-D044-9157-C14D0C18D1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9737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62C6C0-DF93-BF47-A0BF-4E906D1E3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BE0EC7-FFA0-3D4A-A576-7C669AC85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889EEE-F114-9845-8D64-1B6EDCDD5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A0D66-7162-F740-AC05-54F4924E364C}" type="datetimeFigureOut">
              <a:rPr kumimoji="1" lang="zh-CN" altLang="en-US" smtClean="0"/>
              <a:t>2021/1/4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93B07C-0535-5B47-B81A-3620020D6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C81A55-7D0B-064D-96EF-879648B4D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A483-A1E7-D044-9157-C14D0C18D1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6200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29D5A0-E854-D04B-97D9-7869FB878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C6E50B-4E5E-6148-B3B2-65101B5DD9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0FF486-9013-DE4E-B9F2-E84BC4D673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3DD199-C6EC-8641-9E80-278CE45E9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A0D66-7162-F740-AC05-54F4924E364C}" type="datetimeFigureOut">
              <a:rPr kumimoji="1" lang="zh-CN" altLang="en-US" smtClean="0"/>
              <a:t>2021/1/4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50533C-DD8C-C344-A706-8A8A80AEC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C8AA47-3824-E44F-AADC-938AE62F4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A483-A1E7-D044-9157-C14D0C18D1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4092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248A47-F5B1-0C49-BEBA-E31FEFDCE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1A883A-6736-0347-9890-1D71998DA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265EB4-6601-974C-BD52-7C1E2126F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F12343-F6F0-9042-B6F6-A2C69B562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D6DD66B-BCBE-7F4E-94DA-57EF0E0F6A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578FBA8-8DD6-3346-90A8-8F25DB8EF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A0D66-7162-F740-AC05-54F4924E364C}" type="datetimeFigureOut">
              <a:rPr kumimoji="1" lang="zh-CN" altLang="en-US" smtClean="0"/>
              <a:t>2021/1/4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A79897-38EA-634B-9640-C10EC7CD8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561C0F1-07E6-EE48-BDE6-EE0129B06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A483-A1E7-D044-9157-C14D0C18D1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631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63E397-3439-2148-AB84-98C6B0351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6061BC-9EDB-1848-B924-0B38643E0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A0D66-7162-F740-AC05-54F4924E364C}" type="datetimeFigureOut">
              <a:rPr kumimoji="1" lang="zh-CN" altLang="en-US" smtClean="0"/>
              <a:t>2021/1/4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097DE0-42C2-1F42-8CE1-1EA6F5146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540944-1752-0746-871F-D8B51687A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A483-A1E7-D044-9157-C14D0C18D1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9647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F883C6B-BA31-744D-8F6D-F881F49CC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A0D66-7162-F740-AC05-54F4924E364C}" type="datetimeFigureOut">
              <a:rPr kumimoji="1" lang="zh-CN" altLang="en-US" smtClean="0"/>
              <a:t>2021/1/4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EC87CE-0417-9045-B182-8EEFBB5F8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12F51-481B-CE42-AD97-74ABBB54C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A483-A1E7-D044-9157-C14D0C18D1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4003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6085F-FD36-4A46-A7BA-2D3F559F8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95A408-4EDB-FB42-8A5E-7ED06EFB8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54051E-8CB3-8C4A-9804-870B02094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161867-5168-3146-870B-4046284D3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A0D66-7162-F740-AC05-54F4924E364C}" type="datetimeFigureOut">
              <a:rPr kumimoji="1" lang="zh-CN" altLang="en-US" smtClean="0"/>
              <a:t>2021/1/4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6DE94F-343B-8448-87DE-8D85CC17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C056B5-296D-EF4A-8921-F3DCD0FB6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A483-A1E7-D044-9157-C14D0C18D1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57058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8A6527-5F9E-804B-B655-27E81643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5E8E51-D957-C841-90AE-4DC48BF006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80249F-F36D-5E40-BB8F-A2E88984D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F7817F-72E2-2C4E-AD33-2658B636E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A0D66-7162-F740-AC05-54F4924E364C}" type="datetimeFigureOut">
              <a:rPr kumimoji="1" lang="zh-CN" altLang="en-US" smtClean="0"/>
              <a:t>2021/1/4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5EA87A-2E9F-6346-A555-9C56E41A6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EE4037-9C1A-6A4C-A11E-8A44B182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A483-A1E7-D044-9157-C14D0C18D1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2911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C2511E-9A11-A64B-AB42-ECD150EEE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71FFC0F-0FBA-5B4E-9BE4-9AF50B076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D3CA70-2C1D-2C4E-A597-546FA324D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A0D66-7162-F740-AC05-54F4924E364C}" type="datetimeFigureOut">
              <a:rPr kumimoji="1" lang="zh-CN" altLang="en-US" smtClean="0"/>
              <a:t>2021/1/4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06B7A7-BDC6-804D-97B4-DA6A62D8B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541810-6765-E74D-919F-C76ED3EB2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A483-A1E7-D044-9157-C14D0C18D1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3469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0EA674-89C5-4D42-B569-BF7065AF98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7D7074-BD33-DD4B-A1F3-1272DD6078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2BD167-6764-384C-9498-922074953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A0D66-7162-F740-AC05-54F4924E364C}" type="datetimeFigureOut">
              <a:rPr kumimoji="1" lang="zh-CN" altLang="en-US" smtClean="0"/>
              <a:t>2021/1/4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1A2AC7-6DB6-784B-9E65-3E243201D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42BF46-9D3F-5C45-924A-9610E910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A483-A1E7-D044-9157-C14D0C18D1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22386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52D04B-EFDC-1543-9A4F-5ED8AD217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91A552-31E6-8C4C-AEE5-2D302C464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273E3C-99D6-3449-A929-FB8CF9AF60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A0D66-7162-F740-AC05-54F4924E364C}" type="datetimeFigureOut">
              <a:rPr kumimoji="1" lang="zh-CN" altLang="en-US" smtClean="0"/>
              <a:t>2021/1/4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F1BBE9-AF4C-6A45-8A5A-A0D3CF803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2D953B-23EA-2F4B-85BE-4BD4F2829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CA483-A1E7-D044-9157-C14D0C18D1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4456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>
            <a:extLst>
              <a:ext uri="{FF2B5EF4-FFF2-40B4-BE49-F238E27FC236}">
                <a16:creationId xmlns:a16="http://schemas.microsoft.com/office/drawing/2014/main" id="{94CEF224-C220-4948-BE40-4D3DA35E4717}"/>
              </a:ext>
            </a:extLst>
          </p:cNvPr>
          <p:cNvGrpSpPr/>
          <p:nvPr/>
        </p:nvGrpSpPr>
        <p:grpSpPr>
          <a:xfrm>
            <a:off x="609602" y="493984"/>
            <a:ext cx="3005957" cy="4773453"/>
            <a:chOff x="1849821" y="430924"/>
            <a:chExt cx="3005957" cy="477345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1398CB7-F3EE-0246-90F2-DBCE747B09F3}"/>
                </a:ext>
              </a:extLst>
            </p:cNvPr>
            <p:cNvSpPr/>
            <p:nvPr/>
          </p:nvSpPr>
          <p:spPr>
            <a:xfrm>
              <a:off x="1849821" y="430924"/>
              <a:ext cx="2501462" cy="8513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Convolutional layer</a:t>
              </a:r>
            </a:p>
            <a:p>
              <a:pPr algn="ctr"/>
              <a:r>
                <a:rPr kumimoji="1" lang="en-US" altLang="zh-CN" dirty="0"/>
                <a:t>8 Kernel (3*3)</a:t>
              </a:r>
              <a:endParaRPr kumimoji="1" lang="zh-CN" altLang="en-US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AD6372E-0F70-9A4D-9D8E-1E98CFF8FAA0}"/>
                </a:ext>
              </a:extLst>
            </p:cNvPr>
            <p:cNvSpPr/>
            <p:nvPr/>
          </p:nvSpPr>
          <p:spPr>
            <a:xfrm>
              <a:off x="1849821" y="1739463"/>
              <a:ext cx="2501462" cy="8513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Batch Normalization</a:t>
              </a:r>
              <a:endParaRPr kumimoji="1" lang="zh-CN" altLang="en-US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FCED9B1-5932-D24D-B7FB-E94822D796F0}"/>
                </a:ext>
              </a:extLst>
            </p:cNvPr>
            <p:cNvSpPr/>
            <p:nvPr/>
          </p:nvSpPr>
          <p:spPr>
            <a:xfrm>
              <a:off x="1849821" y="3046251"/>
              <a:ext cx="2501462" cy="8513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ReLu</a:t>
              </a:r>
              <a:endParaRPr kumimoji="1" lang="zh-CN" altLang="en-US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E3FCC5D-F050-C941-BCDD-378820CB9365}"/>
                </a:ext>
              </a:extLst>
            </p:cNvPr>
            <p:cNvSpPr/>
            <p:nvPr/>
          </p:nvSpPr>
          <p:spPr>
            <a:xfrm>
              <a:off x="1849821" y="4353039"/>
              <a:ext cx="2501462" cy="8513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Max pooling</a:t>
              </a:r>
            </a:p>
            <a:p>
              <a:pPr algn="ctr"/>
              <a:r>
                <a:rPr kumimoji="1" lang="en-US" altLang="zh-CN" dirty="0"/>
                <a:t>(2*2)</a:t>
              </a:r>
            </a:p>
            <a:p>
              <a:pPr algn="ctr"/>
              <a:r>
                <a:rPr kumimoji="1" lang="en-US" altLang="zh-CN" dirty="0"/>
                <a:t>Stride: 2</a:t>
              </a:r>
              <a:endParaRPr kumimoji="1" lang="zh-CN" altLang="en-US" dirty="0"/>
            </a:p>
          </p:txBody>
        </p:sp>
        <p:cxnSp>
          <p:nvCxnSpPr>
            <p:cNvPr id="9" name="直线箭头连接符 8">
              <a:extLst>
                <a:ext uri="{FF2B5EF4-FFF2-40B4-BE49-F238E27FC236}">
                  <a16:creationId xmlns:a16="http://schemas.microsoft.com/office/drawing/2014/main" id="{565C78BB-B50E-EA4C-8137-B07E60C47924}"/>
                </a:ext>
              </a:extLst>
            </p:cNvPr>
            <p:cNvCxnSpPr>
              <a:stCxn id="4" idx="2"/>
            </p:cNvCxnSpPr>
            <p:nvPr/>
          </p:nvCxnSpPr>
          <p:spPr>
            <a:xfrm>
              <a:off x="3100552" y="1282262"/>
              <a:ext cx="0" cy="4554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箭头连接符 9">
              <a:extLst>
                <a:ext uri="{FF2B5EF4-FFF2-40B4-BE49-F238E27FC236}">
                  <a16:creationId xmlns:a16="http://schemas.microsoft.com/office/drawing/2014/main" id="{0CB8E540-410E-ED44-9196-6EA0BB871C4B}"/>
                </a:ext>
              </a:extLst>
            </p:cNvPr>
            <p:cNvCxnSpPr/>
            <p:nvPr/>
          </p:nvCxnSpPr>
          <p:spPr>
            <a:xfrm>
              <a:off x="3105807" y="2580286"/>
              <a:ext cx="0" cy="4554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箭头连接符 10">
              <a:extLst>
                <a:ext uri="{FF2B5EF4-FFF2-40B4-BE49-F238E27FC236}">
                  <a16:creationId xmlns:a16="http://schemas.microsoft.com/office/drawing/2014/main" id="{07565380-7D45-CB44-8851-02D135294456}"/>
                </a:ext>
              </a:extLst>
            </p:cNvPr>
            <p:cNvCxnSpPr/>
            <p:nvPr/>
          </p:nvCxnSpPr>
          <p:spPr>
            <a:xfrm>
              <a:off x="3116318" y="3904589"/>
              <a:ext cx="0" cy="4554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E6F7AC1-A646-CD40-BCDA-09F76980811E}"/>
                </a:ext>
              </a:extLst>
            </p:cNvPr>
            <p:cNvSpPr txBox="1"/>
            <p:nvPr/>
          </p:nvSpPr>
          <p:spPr>
            <a:xfrm>
              <a:off x="3142595" y="1324304"/>
              <a:ext cx="17131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Same padding</a:t>
              </a:r>
              <a:endParaRPr kumimoji="1" lang="zh-CN" altLang="en-US" dirty="0"/>
            </a:p>
          </p:txBody>
        </p:sp>
      </p:grpSp>
      <p:sp>
        <p:nvSpPr>
          <p:cNvPr id="14" name="右箭头 13">
            <a:extLst>
              <a:ext uri="{FF2B5EF4-FFF2-40B4-BE49-F238E27FC236}">
                <a16:creationId xmlns:a16="http://schemas.microsoft.com/office/drawing/2014/main" id="{7C34CFEE-9DE0-D944-8FAE-624BFE55DC3D}"/>
              </a:ext>
            </a:extLst>
          </p:cNvPr>
          <p:cNvSpPr/>
          <p:nvPr/>
        </p:nvSpPr>
        <p:spPr>
          <a:xfrm>
            <a:off x="2940290" y="2563642"/>
            <a:ext cx="890736" cy="5728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B521EA8-DC91-5C40-90C1-E25E5AB349FF}"/>
              </a:ext>
            </a:extLst>
          </p:cNvPr>
          <p:cNvGrpSpPr/>
          <p:nvPr/>
        </p:nvGrpSpPr>
        <p:grpSpPr>
          <a:xfrm>
            <a:off x="3991310" y="472964"/>
            <a:ext cx="3005957" cy="4773453"/>
            <a:chOff x="5875284" y="421283"/>
            <a:chExt cx="3005957" cy="477345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553A140-A797-D54F-8731-44551760CFFB}"/>
                </a:ext>
              </a:extLst>
            </p:cNvPr>
            <p:cNvSpPr/>
            <p:nvPr/>
          </p:nvSpPr>
          <p:spPr>
            <a:xfrm>
              <a:off x="5933076" y="1818291"/>
              <a:ext cx="2501462" cy="8513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Batch Normalization</a:t>
              </a:r>
              <a:endParaRPr kumimoji="1" lang="zh-CN" altLang="en-US" dirty="0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3501968-5F61-774E-ADFC-2949838BA521}"/>
                </a:ext>
              </a:extLst>
            </p:cNvPr>
            <p:cNvSpPr/>
            <p:nvPr/>
          </p:nvSpPr>
          <p:spPr>
            <a:xfrm>
              <a:off x="5875284" y="421283"/>
              <a:ext cx="2501462" cy="8513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Convolutional layer</a:t>
              </a:r>
            </a:p>
            <a:p>
              <a:pPr algn="ctr"/>
              <a:r>
                <a:rPr kumimoji="1" lang="en-US" altLang="zh-CN" dirty="0"/>
                <a:t>16 Kernel (3*3)</a:t>
              </a:r>
              <a:endParaRPr kumimoji="1" lang="zh-CN" altLang="en-US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3E2D481-14E2-E747-B368-232FBB1BF4F3}"/>
                </a:ext>
              </a:extLst>
            </p:cNvPr>
            <p:cNvSpPr/>
            <p:nvPr/>
          </p:nvSpPr>
          <p:spPr>
            <a:xfrm>
              <a:off x="5875284" y="3036610"/>
              <a:ext cx="2501462" cy="8513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ReLu</a:t>
              </a:r>
              <a:endParaRPr kumimoji="1" lang="zh-CN" altLang="en-US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AFD84D6E-8325-6046-AE4D-627B080F2AB8}"/>
                </a:ext>
              </a:extLst>
            </p:cNvPr>
            <p:cNvSpPr/>
            <p:nvPr/>
          </p:nvSpPr>
          <p:spPr>
            <a:xfrm>
              <a:off x="5875284" y="4343398"/>
              <a:ext cx="2501462" cy="8513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Max pooling</a:t>
              </a:r>
            </a:p>
            <a:p>
              <a:pPr algn="ctr"/>
              <a:r>
                <a:rPr kumimoji="1" lang="en-US" altLang="zh-CN" dirty="0"/>
                <a:t>(2*2)</a:t>
              </a:r>
            </a:p>
            <a:p>
              <a:pPr algn="ctr"/>
              <a:r>
                <a:rPr kumimoji="1" lang="en-US" altLang="zh-CN" dirty="0"/>
                <a:t>Stride: 2</a:t>
              </a:r>
              <a:endParaRPr kumimoji="1" lang="zh-CN" altLang="en-US" dirty="0"/>
            </a:p>
          </p:txBody>
        </p:sp>
        <p:cxnSp>
          <p:nvCxnSpPr>
            <p:cNvPr id="19" name="直线箭头连接符 18">
              <a:extLst>
                <a:ext uri="{FF2B5EF4-FFF2-40B4-BE49-F238E27FC236}">
                  <a16:creationId xmlns:a16="http://schemas.microsoft.com/office/drawing/2014/main" id="{F4671E8E-E39E-6948-A6E7-133016353AA3}"/>
                </a:ext>
              </a:extLst>
            </p:cNvPr>
            <p:cNvCxnSpPr>
              <a:stCxn id="15" idx="2"/>
            </p:cNvCxnSpPr>
            <p:nvPr/>
          </p:nvCxnSpPr>
          <p:spPr>
            <a:xfrm>
              <a:off x="7126015" y="1272621"/>
              <a:ext cx="0" cy="4554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线箭头连接符 19">
              <a:extLst>
                <a:ext uri="{FF2B5EF4-FFF2-40B4-BE49-F238E27FC236}">
                  <a16:creationId xmlns:a16="http://schemas.microsoft.com/office/drawing/2014/main" id="{8F649BEF-E4D7-BC4A-BF0B-7227FF1E2D02}"/>
                </a:ext>
              </a:extLst>
            </p:cNvPr>
            <p:cNvCxnSpPr/>
            <p:nvPr/>
          </p:nvCxnSpPr>
          <p:spPr>
            <a:xfrm>
              <a:off x="7131270" y="2570645"/>
              <a:ext cx="0" cy="4554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线箭头连接符 20">
              <a:extLst>
                <a:ext uri="{FF2B5EF4-FFF2-40B4-BE49-F238E27FC236}">
                  <a16:creationId xmlns:a16="http://schemas.microsoft.com/office/drawing/2014/main" id="{83228EF4-79DA-1042-8AB7-01C9E58E95EC}"/>
                </a:ext>
              </a:extLst>
            </p:cNvPr>
            <p:cNvCxnSpPr/>
            <p:nvPr/>
          </p:nvCxnSpPr>
          <p:spPr>
            <a:xfrm>
              <a:off x="7141781" y="3894948"/>
              <a:ext cx="0" cy="4554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5C2F19E-E2D7-7348-8AB7-C94B456BF90C}"/>
                </a:ext>
              </a:extLst>
            </p:cNvPr>
            <p:cNvSpPr txBox="1"/>
            <p:nvPr/>
          </p:nvSpPr>
          <p:spPr>
            <a:xfrm>
              <a:off x="7168058" y="1314663"/>
              <a:ext cx="17131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Same padding</a:t>
              </a:r>
              <a:endParaRPr kumimoji="1" lang="zh-CN" altLang="en-US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B6F0C3F8-E2F1-0E49-9C8A-0C2FCB899598}"/>
              </a:ext>
            </a:extLst>
          </p:cNvPr>
          <p:cNvGrpSpPr/>
          <p:nvPr/>
        </p:nvGrpSpPr>
        <p:grpSpPr>
          <a:xfrm>
            <a:off x="7577959" y="472964"/>
            <a:ext cx="3005957" cy="4773453"/>
            <a:chOff x="2002221" y="583324"/>
            <a:chExt cx="3005957" cy="477345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A6FC07C7-F184-694B-8495-D605006DDA1B}"/>
                </a:ext>
              </a:extLst>
            </p:cNvPr>
            <p:cNvSpPr/>
            <p:nvPr/>
          </p:nvSpPr>
          <p:spPr>
            <a:xfrm>
              <a:off x="2002221" y="583324"/>
              <a:ext cx="2501462" cy="8513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Convolutional layer</a:t>
              </a:r>
            </a:p>
            <a:p>
              <a:pPr algn="ctr"/>
              <a:r>
                <a:rPr kumimoji="1" lang="en-US" altLang="zh-CN" dirty="0"/>
                <a:t>32 Kernel (3*3)</a:t>
              </a:r>
              <a:endParaRPr kumimoji="1" lang="zh-CN" altLang="en-US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8FE7536D-8E6E-3E41-8AC4-33F2C57F486F}"/>
                </a:ext>
              </a:extLst>
            </p:cNvPr>
            <p:cNvSpPr/>
            <p:nvPr/>
          </p:nvSpPr>
          <p:spPr>
            <a:xfrm>
              <a:off x="2002221" y="1891863"/>
              <a:ext cx="2501462" cy="8513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Batch Normalization</a:t>
              </a:r>
              <a:endParaRPr kumimoji="1" lang="zh-CN" altLang="en-US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88E47A6-6260-464B-8694-800D60E9BD58}"/>
                </a:ext>
              </a:extLst>
            </p:cNvPr>
            <p:cNvSpPr/>
            <p:nvPr/>
          </p:nvSpPr>
          <p:spPr>
            <a:xfrm>
              <a:off x="2002221" y="3198651"/>
              <a:ext cx="2501462" cy="8513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ReLu</a:t>
              </a:r>
              <a:endParaRPr kumimoji="1" lang="zh-CN" altLang="en-US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013B6EE-78E8-E049-8ED9-FF27E550E15C}"/>
                </a:ext>
              </a:extLst>
            </p:cNvPr>
            <p:cNvSpPr/>
            <p:nvPr/>
          </p:nvSpPr>
          <p:spPr>
            <a:xfrm>
              <a:off x="2002221" y="4505439"/>
              <a:ext cx="2501462" cy="8513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Max pooling</a:t>
              </a:r>
            </a:p>
            <a:p>
              <a:pPr algn="ctr"/>
              <a:r>
                <a:rPr kumimoji="1" lang="en-US" altLang="zh-CN" dirty="0"/>
                <a:t>(2*2)</a:t>
              </a:r>
            </a:p>
            <a:p>
              <a:pPr algn="ctr"/>
              <a:r>
                <a:rPr kumimoji="1" lang="en-US" altLang="zh-CN" dirty="0"/>
                <a:t>Stride: 2</a:t>
              </a:r>
              <a:endParaRPr kumimoji="1" lang="zh-CN" altLang="en-US" dirty="0"/>
            </a:p>
          </p:txBody>
        </p:sp>
        <p:cxnSp>
          <p:nvCxnSpPr>
            <p:cNvPr id="27" name="直线箭头连接符 26">
              <a:extLst>
                <a:ext uri="{FF2B5EF4-FFF2-40B4-BE49-F238E27FC236}">
                  <a16:creationId xmlns:a16="http://schemas.microsoft.com/office/drawing/2014/main" id="{09BD3577-E2FC-B84F-8F37-C775CF58DB2A}"/>
                </a:ext>
              </a:extLst>
            </p:cNvPr>
            <p:cNvCxnSpPr>
              <a:stCxn id="23" idx="2"/>
            </p:cNvCxnSpPr>
            <p:nvPr/>
          </p:nvCxnSpPr>
          <p:spPr>
            <a:xfrm>
              <a:off x="3252952" y="1434662"/>
              <a:ext cx="0" cy="4554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线箭头连接符 27">
              <a:extLst>
                <a:ext uri="{FF2B5EF4-FFF2-40B4-BE49-F238E27FC236}">
                  <a16:creationId xmlns:a16="http://schemas.microsoft.com/office/drawing/2014/main" id="{BA46E2A9-0EFF-774F-BE1B-98E16CEB2D7B}"/>
                </a:ext>
              </a:extLst>
            </p:cNvPr>
            <p:cNvCxnSpPr/>
            <p:nvPr/>
          </p:nvCxnSpPr>
          <p:spPr>
            <a:xfrm>
              <a:off x="3258207" y="2732686"/>
              <a:ext cx="0" cy="4554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箭头连接符 28">
              <a:extLst>
                <a:ext uri="{FF2B5EF4-FFF2-40B4-BE49-F238E27FC236}">
                  <a16:creationId xmlns:a16="http://schemas.microsoft.com/office/drawing/2014/main" id="{6B762A20-486C-6943-99D5-EB022A3E2A18}"/>
                </a:ext>
              </a:extLst>
            </p:cNvPr>
            <p:cNvCxnSpPr/>
            <p:nvPr/>
          </p:nvCxnSpPr>
          <p:spPr>
            <a:xfrm>
              <a:off x="3268718" y="4056989"/>
              <a:ext cx="0" cy="4554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EE5FAC1-898C-5740-B6AA-9CF3A9F05C39}"/>
                </a:ext>
              </a:extLst>
            </p:cNvPr>
            <p:cNvSpPr txBox="1"/>
            <p:nvPr/>
          </p:nvSpPr>
          <p:spPr>
            <a:xfrm>
              <a:off x="3294995" y="1476704"/>
              <a:ext cx="17131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Same padding</a:t>
              </a:r>
              <a:endParaRPr kumimoji="1" lang="zh-CN" altLang="en-US" dirty="0"/>
            </a:p>
          </p:txBody>
        </p:sp>
      </p:grpSp>
      <p:sp>
        <p:nvSpPr>
          <p:cNvPr id="34" name="右箭头 33">
            <a:extLst>
              <a:ext uri="{FF2B5EF4-FFF2-40B4-BE49-F238E27FC236}">
                <a16:creationId xmlns:a16="http://schemas.microsoft.com/office/drawing/2014/main" id="{E47B8763-2193-F14D-9BBF-E11A7F14C86B}"/>
              </a:ext>
            </a:extLst>
          </p:cNvPr>
          <p:cNvSpPr/>
          <p:nvPr/>
        </p:nvSpPr>
        <p:spPr>
          <a:xfrm>
            <a:off x="6645201" y="2563641"/>
            <a:ext cx="890736" cy="5728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右箭头 35">
            <a:extLst>
              <a:ext uri="{FF2B5EF4-FFF2-40B4-BE49-F238E27FC236}">
                <a16:creationId xmlns:a16="http://schemas.microsoft.com/office/drawing/2014/main" id="{BC46FE6F-E84F-3C4E-A7B6-77BECDCA4C89}"/>
              </a:ext>
            </a:extLst>
          </p:cNvPr>
          <p:cNvSpPr/>
          <p:nvPr/>
        </p:nvSpPr>
        <p:spPr>
          <a:xfrm>
            <a:off x="9858728" y="2622326"/>
            <a:ext cx="890736" cy="5728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442E121-C438-0149-B5FB-2E3AEAE9484C}"/>
              </a:ext>
            </a:extLst>
          </p:cNvPr>
          <p:cNvSpPr/>
          <p:nvPr/>
        </p:nvSpPr>
        <p:spPr>
          <a:xfrm>
            <a:off x="10799382" y="472964"/>
            <a:ext cx="1253349" cy="47734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Fully connected layer</a:t>
            </a:r>
          </a:p>
          <a:p>
            <a:pPr algn="ctr"/>
            <a:endParaRPr kumimoji="1" lang="en-US" altLang="zh-CN" dirty="0"/>
          </a:p>
          <a:p>
            <a:pPr algn="ctr"/>
            <a:r>
              <a:rPr kumimoji="1" lang="en-US" altLang="zh-CN" dirty="0"/>
              <a:t>Neurons:</a:t>
            </a:r>
          </a:p>
          <a:p>
            <a:pPr algn="ctr"/>
            <a:r>
              <a:rPr kumimoji="1" lang="en-US" altLang="zh-CN" dirty="0"/>
              <a:t>24</a:t>
            </a:r>
          </a:p>
          <a:p>
            <a:pPr algn="ctr"/>
            <a:endParaRPr kumimoji="1" lang="en-US" altLang="zh-CN" dirty="0"/>
          </a:p>
          <a:p>
            <a:pPr algn="ctr"/>
            <a:r>
              <a:rPr kumimoji="1" lang="en-US" altLang="zh-CN" dirty="0" err="1"/>
              <a:t>Softmax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5445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67</Words>
  <Application>Microsoft Macintosh PowerPoint</Application>
  <PresentationFormat>宽屏</PresentationFormat>
  <Paragraphs>30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45275</dc:creator>
  <cp:lastModifiedBy>45275</cp:lastModifiedBy>
  <cp:revision>4</cp:revision>
  <dcterms:created xsi:type="dcterms:W3CDTF">2021-01-04T13:07:27Z</dcterms:created>
  <dcterms:modified xsi:type="dcterms:W3CDTF">2021-01-04T13:52:40Z</dcterms:modified>
</cp:coreProperties>
</file>